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Uber Sales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5E7EB"/>
                </a:solidFill>
              </a:rPr>
              <a:t>Ride Analytics | Ritesh Deepak Mengade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828800"/>
            <a:ext cx="9144000" cy="2528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Comprehensive ride analytics using Python, SQL, and Power BI to uncover demand patterns, revenue drivers, and operational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Business Objective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1802"/>
            <a:ext cx="34033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Business Objectives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821359"/>
            <a:ext cx="8778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Analyze ride demand trends across time and locations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peak hours and high-demand zones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Evaluate revenue and trip performance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operational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53488"/>
            <a:ext cx="34740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Analytical Approach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415642"/>
            <a:ext cx="619291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cleaning and transformation using Python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aggregation for trip validation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Time-based feature engineering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Power BI dashboard design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Performance-focused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Advanced Dashboard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463" y="1384309"/>
            <a:ext cx="23775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Key Features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463" y="2011679"/>
            <a:ext cx="88725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KPI monitoring and interactive filtering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Time-series trend analysis for performance tracking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Top-N entity analysis for concentration insights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visual analytics for pattern detection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validation and data quality checks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Executive-ready visual storytelling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Key Insights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79" y="1384310"/>
            <a:ext cx="3089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Strategic Findings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79" y="2011680"/>
            <a:ext cx="59464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Ride demand shows strong time-of-day seasonality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Peak hours contribute disproportionate revenue share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Location-based demand varies significantly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Data-driven insights support fleet optimization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enables real-time operational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Prepared by Ritesh Deepak Mengade | Data Analyst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9611-8A49-BFF7-FF42-3E9B25EA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8375"/>
          </a:xfrm>
        </p:spPr>
        <p:txBody>
          <a:bodyPr/>
          <a:lstStyle/>
          <a:p>
            <a:r>
              <a:rPr lang="en-US" dirty="0"/>
              <a:t>Uber Trip 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9F9A9F-576F-B9B9-7A30-ED5AA15D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442372"/>
            <a:ext cx="851535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9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2A9A-E380-7F02-42B5-4F794CE1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Tooltip – Daily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5CB6A-B5BC-B8B9-C3F3-0EDCCDEB4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1467"/>
            <a:ext cx="8229600" cy="47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49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176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Uber Trip  Analysis</vt:lpstr>
      <vt:lpstr>Tooltip – Daily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Mengade</cp:lastModifiedBy>
  <cp:revision>3</cp:revision>
  <dcterms:created xsi:type="dcterms:W3CDTF">2013-01-27T09:14:16Z</dcterms:created>
  <dcterms:modified xsi:type="dcterms:W3CDTF">2026-02-17T13:25:31Z</dcterms:modified>
  <cp:category/>
</cp:coreProperties>
</file>